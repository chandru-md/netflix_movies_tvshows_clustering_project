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4B54-4B70-4262-A63C-2DC1560ED05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4D04-D554-4FAA-9418-9158EE167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59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4B54-4B70-4262-A63C-2DC1560ED05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4D04-D554-4FAA-9418-9158EE167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560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4B54-4B70-4262-A63C-2DC1560ED05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4D04-D554-4FAA-9418-9158EE167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34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4B54-4B70-4262-A63C-2DC1560ED05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4D04-D554-4FAA-9418-9158EE167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166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4B54-4B70-4262-A63C-2DC1560ED05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4D04-D554-4FAA-9418-9158EE167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96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4B54-4B70-4262-A63C-2DC1560ED05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4D04-D554-4FAA-9418-9158EE167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38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4B54-4B70-4262-A63C-2DC1560ED05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4D04-D554-4FAA-9418-9158EE167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637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4B54-4B70-4262-A63C-2DC1560ED05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4D04-D554-4FAA-9418-9158EE167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435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4B54-4B70-4262-A63C-2DC1560ED05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4D04-D554-4FAA-9418-9158EE167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73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4B54-4B70-4262-A63C-2DC1560ED05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4D04-D554-4FAA-9418-9158EE167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795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4B54-4B70-4262-A63C-2DC1560ED05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4D04-D554-4FAA-9418-9158EE167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466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D4B54-4B70-4262-A63C-2DC1560ED05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C4D04-D554-4FAA-9418-9158EE167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277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NETFLIX CONTENT ANALYSIS &amp; CLUSTERING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Machine Learning Project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CHANDRU M D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25-02-2026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39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Netflix content trends and distribution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growth patterns across years and countries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 similar content using clustering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Derive business insights for recommendation &amp; strategy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Large and diverse content catalog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extract structured insights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 data-driven content strategy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5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content growth over time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Movies vs TV shows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top genres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Study country contribution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 content using clustering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031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7,787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nTitles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 features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Movies &amp; TV shows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Genre, country, rating, Duration, Description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659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date format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year &amp; month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duration</a:t>
            </a:r>
          </a:p>
        </p:txBody>
      </p:sp>
    </p:spTree>
    <p:extLst>
      <p:ext uri="{BB962C8B-B14F-4D97-AF65-F5344CB8AC3E}">
        <p14:creationId xmlns:p14="http://schemas.microsoft.com/office/powerpoint/2010/main" val="134609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5738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Movies vs TV Shows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70157" y="2585189"/>
            <a:ext cx="5193632" cy="112370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Movies dominate overall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TV Shows growing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27" y="1090864"/>
            <a:ext cx="7244765" cy="523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38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654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Year Added vs Content Type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92978" y="133377"/>
            <a:ext cx="4199021" cy="1157152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Strong growth after 2015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TV Shows rising rapidly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shift observed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877" y="1423905"/>
            <a:ext cx="8900612" cy="488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79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9696"/>
          </a:xfrm>
        </p:spPr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 Countries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17305" y="2916028"/>
            <a:ext cx="4215063" cy="167201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 dominates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India and UK strong contributors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Global expansion visible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66" y="1074822"/>
            <a:ext cx="7505700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44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1780"/>
          </a:xfrm>
        </p:spPr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Distribution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7568" y="2782553"/>
            <a:ext cx="3974432" cy="1412457"/>
          </a:xfrm>
        </p:spPr>
        <p:txBody>
          <a:bodyPr>
            <a:normAutofit fontScale="92500"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TV-MA &amp; TV-12 dominate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Movies mostly 90-110 mins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TV Shows mostly 1-2 seasons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1106906"/>
            <a:ext cx="7769893" cy="529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52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2412"/>
          </a:xfrm>
        </p:spPr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Process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65204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 Data</a:t>
            </a:r>
            <a:b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 Cleaning</a:t>
            </a:r>
            <a:b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r>
              <a:rPr lang="en-IN" sz="3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Vectorization</a:t>
            </a: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&amp; Hierarchical Clustering</a:t>
            </a:r>
            <a:b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 Segments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07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117"/>
          </a:xfrm>
        </p:spPr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Cluster Insights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8696099"/>
              </p:ext>
            </p:extLst>
          </p:nvPr>
        </p:nvGraphicFramePr>
        <p:xfrm>
          <a:off x="838200" y="1235240"/>
          <a:ext cx="10515600" cy="492492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57800"/>
                <a:gridCol w="5257800"/>
              </a:tblGrid>
              <a:tr h="70356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THEME</a:t>
                      </a:r>
                    </a:p>
                  </a:txBody>
                  <a:tcPr/>
                </a:tc>
              </a:tr>
              <a:tr h="70356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CRIME &amp; THRILLER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70356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KIDS &amp; FAMILY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70356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DRAMA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70356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 &amp; ADVENTURE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70356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COMEDY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70356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DOCUMENTARIES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6917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high-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performning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TV Content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Expand regional production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cluster – based personalization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genre balance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release timing</a:t>
            </a:r>
          </a:p>
        </p:txBody>
      </p:sp>
    </p:spTree>
    <p:extLst>
      <p:ext uri="{BB962C8B-B14F-4D97-AF65-F5344CB8AC3E}">
        <p14:creationId xmlns:p14="http://schemas.microsoft.com/office/powerpoint/2010/main" val="1654452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Clear growth trends identified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shift towards TV Shows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Strong international expansion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ML-Powered segmentation</a:t>
            </a:r>
          </a:p>
        </p:txBody>
      </p:sp>
    </p:spTree>
    <p:extLst>
      <p:ext uri="{BB962C8B-B14F-4D97-AF65-F5344CB8AC3E}">
        <p14:creationId xmlns:p14="http://schemas.microsoft.com/office/powerpoint/2010/main" val="468296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231</Words>
  <Application>Microsoft Office PowerPoint</Application>
  <PresentationFormat>Widescreen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NETFLIX CONTENT ANALYSIS &amp; CLUSTERING</vt:lpstr>
      <vt:lpstr>Project Objective</vt:lpstr>
      <vt:lpstr>Business Objectives</vt:lpstr>
      <vt:lpstr>Dataset Overview</vt:lpstr>
      <vt:lpstr>Data Cleaning &amp; Preparation</vt:lpstr>
      <vt:lpstr>Movies vs TV Shows</vt:lpstr>
      <vt:lpstr>Year Added vs Content Type</vt:lpstr>
      <vt:lpstr>Top Countries</vt:lpstr>
      <vt:lpstr>Duration Distribution</vt:lpstr>
      <vt:lpstr>Clustering Process </vt:lpstr>
      <vt:lpstr>Cluster Insights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CONTENT ANALYSIS &amp; CLUSTERING</dc:title>
  <dc:creator>Microsoft account</dc:creator>
  <cp:lastModifiedBy>Microsoft account</cp:lastModifiedBy>
  <cp:revision>4</cp:revision>
  <dcterms:created xsi:type="dcterms:W3CDTF">2026-02-25T17:14:54Z</dcterms:created>
  <dcterms:modified xsi:type="dcterms:W3CDTF">2026-02-25T17:41:00Z</dcterms:modified>
</cp:coreProperties>
</file>